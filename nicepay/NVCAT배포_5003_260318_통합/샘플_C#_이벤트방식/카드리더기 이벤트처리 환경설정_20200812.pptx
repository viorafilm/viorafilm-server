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54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59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63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535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323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14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13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82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24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133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55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601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880F3-36F5-4DB1-8989-54FDA63D3A8A}" type="datetimeFigureOut">
              <a:rPr lang="ko-KR" altLang="en-US" smtClean="0"/>
              <a:t>2020-08-12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CA09F-F784-48FF-AB3F-83591932AB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01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캡쳐화면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332656"/>
            <a:ext cx="5476875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31840" y="1304759"/>
            <a:ext cx="360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/>
              <a:t>(1)</a:t>
            </a:r>
            <a:endParaRPr lang="ko-KR" altLang="en-US" sz="105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148064" y="4581128"/>
            <a:ext cx="360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/>
              <a:t>(2)</a:t>
            </a:r>
            <a:endParaRPr lang="ko-KR" altLang="en-US" sz="105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635896" y="4437112"/>
            <a:ext cx="360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 smtClean="0"/>
              <a:t>(3)</a:t>
            </a:r>
            <a:endParaRPr lang="ko-KR" altLang="en-US" sz="105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39552" y="5877272"/>
            <a:ext cx="79208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ko-KR" altLang="en-US" sz="1400" dirty="0" smtClean="0">
                <a:latin typeface="+mj-lt"/>
              </a:rPr>
              <a:t>카드리더 이벤트처리 사용 체크</a:t>
            </a:r>
            <a:endParaRPr lang="en-US" altLang="ko-KR" sz="1400" dirty="0" smtClean="0">
              <a:latin typeface="+mj-lt"/>
            </a:endParaRPr>
          </a:p>
          <a:p>
            <a:pPr marL="342900" indent="-342900">
              <a:buAutoNum type="arabicParenBoth"/>
            </a:pPr>
            <a:r>
              <a:rPr lang="ko-KR" altLang="en-US" sz="1400" dirty="0" smtClean="0">
                <a:latin typeface="+mj-lt"/>
              </a:rPr>
              <a:t>저장 버튼 클릭</a:t>
            </a:r>
            <a:endParaRPr lang="en-US" altLang="ko-KR" sz="1400" dirty="0" smtClean="0">
              <a:latin typeface="+mj-lt"/>
            </a:endParaRPr>
          </a:p>
          <a:p>
            <a:pPr marL="342900" indent="-342900">
              <a:buAutoNum type="arabicParenBoth"/>
            </a:pPr>
            <a:r>
              <a:rPr lang="ko-KR" altLang="en-US" sz="1400" dirty="0" smtClean="0">
                <a:latin typeface="+mj-lt"/>
              </a:rPr>
              <a:t>상호인증 및 </a:t>
            </a:r>
            <a:r>
              <a:rPr lang="ko-KR" altLang="en-US" sz="1400" dirty="0" err="1" smtClean="0">
                <a:latin typeface="+mj-lt"/>
              </a:rPr>
              <a:t>무결성점검</a:t>
            </a:r>
            <a:r>
              <a:rPr lang="ko-KR" altLang="en-US" sz="1400" dirty="0" smtClean="0">
                <a:latin typeface="+mj-lt"/>
              </a:rPr>
              <a:t> 버튼 클릭 후 </a:t>
            </a:r>
            <a:r>
              <a:rPr lang="ko-KR" altLang="en-US" sz="1400" dirty="0" err="1" smtClean="0">
                <a:latin typeface="+mj-lt"/>
              </a:rPr>
              <a:t>리더기에서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en-US" altLang="ko-KR" sz="1400" dirty="0" smtClean="0">
                <a:latin typeface="+mj-lt"/>
              </a:rPr>
              <a:t>“</a:t>
            </a:r>
            <a:r>
              <a:rPr lang="ko-KR" altLang="en-US" sz="1400" dirty="0" err="1" smtClean="0">
                <a:latin typeface="+mj-lt"/>
              </a:rPr>
              <a:t>띠릭</a:t>
            </a:r>
            <a:r>
              <a:rPr lang="en-US" altLang="ko-KR" sz="1400" dirty="0" smtClean="0">
                <a:latin typeface="+mj-lt"/>
              </a:rPr>
              <a:t>” </a:t>
            </a:r>
            <a:r>
              <a:rPr lang="ko-KR" altLang="en-US" sz="1400" dirty="0" err="1" smtClean="0">
                <a:latin typeface="+mj-lt"/>
              </a:rPr>
              <a:t>소리나면</a:t>
            </a:r>
            <a:r>
              <a:rPr lang="ko-KR" altLang="en-US" sz="1400" dirty="0" smtClean="0">
                <a:latin typeface="+mj-lt"/>
              </a:rPr>
              <a:t> 리더기 이벤트처리 활성화</a:t>
            </a:r>
            <a:endParaRPr lang="ko-KR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90171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</Words>
  <Application>Microsoft Office PowerPoint</Application>
  <PresentationFormat>화면 슬라이드 쇼(4:3)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이주용</dc:creator>
  <cp:lastModifiedBy>이주용</cp:lastModifiedBy>
  <cp:revision>1</cp:revision>
  <dcterms:created xsi:type="dcterms:W3CDTF">2020-08-12T08:51:06Z</dcterms:created>
  <dcterms:modified xsi:type="dcterms:W3CDTF">2020-08-12T08:56:37Z</dcterms:modified>
</cp:coreProperties>
</file>